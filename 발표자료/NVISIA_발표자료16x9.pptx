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347" r:id="rId2"/>
    <p:sldId id="406" r:id="rId3"/>
    <p:sldId id="407" r:id="rId4"/>
    <p:sldId id="413" r:id="rId5"/>
    <p:sldId id="414" r:id="rId6"/>
    <p:sldId id="415" r:id="rId7"/>
    <p:sldId id="416" r:id="rId8"/>
    <p:sldId id="417" r:id="rId9"/>
    <p:sldId id="40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EA0"/>
    <a:srgbClr val="283445"/>
    <a:srgbClr val="4098D4"/>
    <a:srgbClr val="F47726"/>
    <a:srgbClr val="505C98"/>
    <a:srgbClr val="4041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2" autoAdjust="0"/>
  </p:normalViewPr>
  <p:slideViewPr>
    <p:cSldViewPr snapToGrid="0">
      <p:cViewPr>
        <p:scale>
          <a:sx n="100" d="100"/>
          <a:sy n="100" d="100"/>
        </p:scale>
        <p:origin x="2496" y="1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B5500-0C43-499B-9A99-00973B41D205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1A469-BFBC-4BAA-A041-25C1DA9B30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97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858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91A7-8729-CAB0-EA9D-0ADD6BCB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3175FE-C6BF-C08F-87DA-957CBD289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46FCDB-E9D6-5C18-6F07-7A93D9817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1FA153-8A43-6ECB-1262-823473627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198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B4A73-70F4-2525-51C2-7D5FF400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BC23AF-21DC-B038-5498-C1192B52F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D23CE6-2A2D-9BAE-9267-533FE9E33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D284A2-0CA2-E71F-B97D-1B3ACCE8C5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857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C0718-14EA-8B3E-93FD-05A5CD27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9F947A-F98A-8099-218C-0D4BD436D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F0BB11-56EC-23AA-E236-14EAF5AE9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FDFE5A-B8C7-CBA2-D51A-4BE41333E1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871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EA08-8065-8786-26D9-1BF284DB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67341F-3986-239D-494B-DDA8E587D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07DC18-194F-DCEE-C239-A3118A7E4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D6265F-5848-25A5-B1FF-921BECA0CA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883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B8159-01A0-22C4-1D67-530A7E81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7DCE9D-EB6B-B35C-41C7-10D90CA8C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0E6C5F-D38D-1F48-E20A-E2AAF68C6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874CA-65E5-7659-CB12-B131B4CB3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235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7E82-155D-DCE2-DE92-47FB7CD9E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9603E5-AA9B-B31E-2951-B836F2362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0FC01F-5476-5A5F-B5AE-FEF638C96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58D667-E1BD-D6F8-05A2-5AE03FD3A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31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C81E-65BF-66A6-EE70-93EEC4216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05B81C-1ACA-4070-2952-D0D28D3E6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1EB4C2-91FA-1BD1-6605-81C3D3D12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93A2EA-22E7-8C9D-C2F7-58D183E18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389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D97E0-7749-2E40-9E16-EB732DE3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693E9-CEEF-C376-C5F4-D6B8C0FE0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D07D60-CC9E-8A0B-62A1-A1FBC2A6A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480CA0-8C57-DA41-59EA-43EC35AD82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66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89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73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356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0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86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49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22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063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49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13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58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우주, 대기권 밖, 행성, 지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5836EA-6DF9-9444-FFD3-3C7EE450A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0430"/>
            <a:ext cx="12191999" cy="2557571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0D356EC-76B3-479F-AF5B-4873B7DB500B}"/>
              </a:ext>
            </a:extLst>
          </p:cNvPr>
          <p:cNvSpPr/>
          <p:nvPr/>
        </p:nvSpPr>
        <p:spPr>
          <a:xfrm>
            <a:off x="0" y="0"/>
            <a:ext cx="12191999" cy="31136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A833BD-EFBA-4490-8824-4A265295C9B5}"/>
              </a:ext>
            </a:extLst>
          </p:cNvPr>
          <p:cNvSpPr/>
          <p:nvPr/>
        </p:nvSpPr>
        <p:spPr>
          <a:xfrm>
            <a:off x="1" y="2068375"/>
            <a:ext cx="8772420" cy="1150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pic>
        <p:nvPicPr>
          <p:cNvPr id="4" name="그림 3" descr="그래픽, 스크린샷, 그래픽 디자인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CBF06B-7624-EACE-63D4-3D3E44EB0F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1984" y="2068375"/>
            <a:ext cx="1202535" cy="676426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AF963DD1-5376-686F-024F-85A0B7D96940}"/>
              </a:ext>
            </a:extLst>
          </p:cNvPr>
          <p:cNvGrpSpPr/>
          <p:nvPr/>
        </p:nvGrpSpPr>
        <p:grpSpPr>
          <a:xfrm>
            <a:off x="180975" y="3096414"/>
            <a:ext cx="8971095" cy="589072"/>
            <a:chOff x="1668780" y="3096414"/>
            <a:chExt cx="7483290" cy="58907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EF0A82-4873-4930-BFB8-83C4CDCD006C}"/>
                </a:ext>
              </a:extLst>
            </p:cNvPr>
            <p:cNvSpPr txBox="1"/>
            <p:nvPr/>
          </p:nvSpPr>
          <p:spPr>
            <a:xfrm>
              <a:off x="1668780" y="3096414"/>
              <a:ext cx="7483290" cy="58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Team NVISIA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6A87B6A-F5F2-9EDF-87C4-BBDE252E27DC}"/>
                </a:ext>
              </a:extLst>
            </p:cNvPr>
            <p:cNvCxnSpPr>
              <a:cxnSpLocks/>
            </p:cNvCxnSpPr>
            <p:nvPr/>
          </p:nvCxnSpPr>
          <p:spPr>
            <a:xfrm>
              <a:off x="1668780" y="3140212"/>
              <a:ext cx="6565859" cy="0"/>
            </a:xfrm>
            <a:prstGeom prst="line">
              <a:avLst/>
            </a:prstGeom>
            <a:ln w="762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5AF3EA4-6F18-43FE-9BB6-A8657C1DFF0E}"/>
              </a:ext>
            </a:extLst>
          </p:cNvPr>
          <p:cNvSpPr txBox="1"/>
          <p:nvPr/>
        </p:nvSpPr>
        <p:spPr>
          <a:xfrm>
            <a:off x="180975" y="2389779"/>
            <a:ext cx="6648450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chemeClr val="bg2">
                    <a:lumMod val="1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North-Korea Visual Insight with SIA</a:t>
            </a:r>
            <a:endParaRPr lang="ko-KR" altLang="en-US" sz="2800" b="1" dirty="0">
              <a:solidFill>
                <a:schemeClr val="bg2">
                  <a:lumMod val="1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648C4-AE32-AC80-CFC8-0CDF3DDFA05A}"/>
              </a:ext>
            </a:extLst>
          </p:cNvPr>
          <p:cNvSpPr txBox="1"/>
          <p:nvPr/>
        </p:nvSpPr>
        <p:spPr>
          <a:xfrm>
            <a:off x="-641952" y="1383018"/>
            <a:ext cx="3723109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NVISIA</a:t>
            </a:r>
            <a:endParaRPr lang="ko-KR" altLang="en-US" sz="36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347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52D20-C79F-3B4D-4FCB-09FADD29D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ACFCD550-8CC2-EE79-A97E-97135D301BEC}"/>
              </a:ext>
            </a:extLst>
          </p:cNvPr>
          <p:cNvGrpSpPr/>
          <p:nvPr/>
        </p:nvGrpSpPr>
        <p:grpSpPr>
          <a:xfrm>
            <a:off x="0" y="-124768"/>
            <a:ext cx="12192000" cy="3207276"/>
            <a:chOff x="0" y="0"/>
            <a:chExt cx="9144002" cy="320727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3B3F7D7-F919-FCD4-AEEA-4646F808EF5F}"/>
                </a:ext>
              </a:extLst>
            </p:cNvPr>
            <p:cNvSpPr/>
            <p:nvPr/>
          </p:nvSpPr>
          <p:spPr>
            <a:xfrm>
              <a:off x="0" y="0"/>
              <a:ext cx="9144002" cy="311369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DAE9A62-22E1-CFE9-9031-6A28EAC96F1C}"/>
                </a:ext>
              </a:extLst>
            </p:cNvPr>
            <p:cNvSpPr/>
            <p:nvPr/>
          </p:nvSpPr>
          <p:spPr>
            <a:xfrm>
              <a:off x="0" y="2056856"/>
              <a:ext cx="9144000" cy="1150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 descr="블랙, 스크린샷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9F08B7-04A2-6759-6143-56627C654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18" y="646265"/>
            <a:ext cx="1274554" cy="12745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4F6C08-EE9D-CE18-9BB1-CACDD169C4D8}"/>
              </a:ext>
            </a:extLst>
          </p:cNvPr>
          <p:cNvSpPr txBox="1"/>
          <p:nvPr/>
        </p:nvSpPr>
        <p:spPr>
          <a:xfrm>
            <a:off x="1931346" y="646462"/>
            <a:ext cx="1443748" cy="106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8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목차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E4900-BF9E-7723-B509-2ADED6E44223}"/>
              </a:ext>
            </a:extLst>
          </p:cNvPr>
          <p:cNvSpPr txBox="1"/>
          <p:nvPr/>
        </p:nvSpPr>
        <p:spPr>
          <a:xfrm>
            <a:off x="7673373" y="1262593"/>
            <a:ext cx="3723109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NVISIA</a:t>
            </a:r>
            <a:endParaRPr lang="ko-KR" altLang="en-US" sz="36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7937E11-2B14-BEA6-3CB4-A11038376C9A}"/>
              </a:ext>
            </a:extLst>
          </p:cNvPr>
          <p:cNvGrpSpPr/>
          <p:nvPr/>
        </p:nvGrpSpPr>
        <p:grpSpPr>
          <a:xfrm>
            <a:off x="1432795" y="2268045"/>
            <a:ext cx="9712871" cy="4089527"/>
            <a:chOff x="-401168" y="2490464"/>
            <a:chExt cx="10299253" cy="408952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E0585E0-68FD-8F8A-8962-2A2F04F206B3}"/>
                </a:ext>
              </a:extLst>
            </p:cNvPr>
            <p:cNvSpPr txBox="1"/>
            <p:nvPr/>
          </p:nvSpPr>
          <p:spPr>
            <a:xfrm>
              <a:off x="-401168" y="2490464"/>
              <a:ext cx="3947879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01</a:t>
              </a:r>
            </a:p>
            <a:p>
              <a:r>
                <a:rPr lang="ko-KR" altLang="en-US" sz="28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프로젝트 개요</a:t>
              </a:r>
              <a:endParaRPr lang="en-US" altLang="ko-KR" sz="28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r>
                <a:rPr lang="en-US" altLang="ko-KR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Project</a:t>
              </a:r>
              <a:r>
                <a:rPr lang="ko-KR" altLang="en-US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 </a:t>
              </a:r>
              <a:r>
                <a:rPr lang="en-US" altLang="ko-KR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NVISIA</a:t>
              </a:r>
              <a:r>
                <a:rPr lang="ko-KR" altLang="en-US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의 시작 배경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0A2FF9-2DB2-0F38-53D4-7149B35EE83C}"/>
                </a:ext>
              </a:extLst>
            </p:cNvPr>
            <p:cNvSpPr txBox="1"/>
            <p:nvPr/>
          </p:nvSpPr>
          <p:spPr>
            <a:xfrm>
              <a:off x="5950204" y="2490464"/>
              <a:ext cx="3947879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02</a:t>
              </a:r>
            </a:p>
            <a:p>
              <a:r>
                <a:rPr lang="ko-KR" altLang="en-US" sz="28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프로젝트 목적</a:t>
              </a:r>
              <a:endParaRPr lang="en-US" altLang="ko-KR" sz="28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r>
                <a:rPr lang="en-US" altLang="ko-KR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NVISIA </a:t>
              </a:r>
              <a:r>
                <a:rPr lang="ko-KR" altLang="en-US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서비스로 무엇을 하고자 하는가</a:t>
              </a:r>
              <a:r>
                <a:rPr lang="en-US" altLang="ko-KR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?</a:t>
              </a:r>
              <a:endParaRPr lang="ko-KR" altLang="en-US" sz="1400" b="1" dirty="0">
                <a:solidFill>
                  <a:schemeClr val="bg2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93DC88-BC19-1917-1A96-1F1FEAD3BA39}"/>
                </a:ext>
              </a:extLst>
            </p:cNvPr>
            <p:cNvSpPr txBox="1"/>
            <p:nvPr/>
          </p:nvSpPr>
          <p:spPr>
            <a:xfrm>
              <a:off x="-401164" y="3950452"/>
              <a:ext cx="3947879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03</a:t>
              </a:r>
            </a:p>
            <a:p>
              <a:r>
                <a:rPr lang="en-US" altLang="ko-KR" sz="28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Workflow</a:t>
              </a:r>
            </a:p>
            <a:p>
              <a:r>
                <a:rPr lang="en-US" altLang="ko-KR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NVISIA </a:t>
              </a:r>
              <a:r>
                <a:rPr lang="ko-KR" altLang="en-US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서비스의 흐름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93A4A11-2D4F-7048-2256-1F20AEE1618E}"/>
                </a:ext>
              </a:extLst>
            </p:cNvPr>
            <p:cNvSpPr txBox="1"/>
            <p:nvPr/>
          </p:nvSpPr>
          <p:spPr>
            <a:xfrm>
              <a:off x="5950206" y="3950452"/>
              <a:ext cx="3947879" cy="1331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04</a:t>
              </a:r>
            </a:p>
            <a:p>
              <a:r>
                <a:rPr lang="en-US" altLang="ko-KR" sz="28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Architecture</a:t>
              </a:r>
            </a:p>
            <a:p>
              <a:r>
                <a:rPr lang="en-US" altLang="ko-KR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NVISIA</a:t>
              </a:r>
              <a:r>
                <a:rPr lang="ko-KR" altLang="en-US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 서비스를 이루는 세부 기술들</a:t>
              </a:r>
              <a:endParaRPr lang="en-US" altLang="ko-KR" sz="1400" b="1" dirty="0">
                <a:solidFill>
                  <a:schemeClr val="bg2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ko-KR" altLang="en-US" sz="11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6FE89C1-4AD3-4081-06EC-64F44BF0B76C}"/>
                </a:ext>
              </a:extLst>
            </p:cNvPr>
            <p:cNvSpPr txBox="1"/>
            <p:nvPr/>
          </p:nvSpPr>
          <p:spPr>
            <a:xfrm>
              <a:off x="-401164" y="5410440"/>
              <a:ext cx="4574408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05</a:t>
              </a:r>
            </a:p>
            <a:p>
              <a:r>
                <a:rPr lang="ko-KR" altLang="en-US" sz="28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서비스 개발 핵심 전략</a:t>
              </a:r>
              <a:endParaRPr lang="en-US" altLang="ko-KR" sz="28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r>
                <a:rPr lang="ko-KR" altLang="en-US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서비스 주요 구성 요소 개발</a:t>
              </a:r>
              <a:r>
                <a:rPr lang="en-US" altLang="ko-KR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 </a:t>
              </a:r>
              <a:r>
                <a:rPr lang="ko-KR" altLang="en-US" sz="14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및 평가를 위한 핵심 전략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17DEE7E-A54B-96A8-5CD9-5111BE749F32}"/>
                </a:ext>
              </a:extLst>
            </p:cNvPr>
            <p:cNvSpPr txBox="1"/>
            <p:nvPr/>
          </p:nvSpPr>
          <p:spPr>
            <a:xfrm>
              <a:off x="5927461" y="5410440"/>
              <a:ext cx="3947880" cy="111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06</a:t>
              </a:r>
            </a:p>
            <a:p>
              <a:r>
                <a:rPr lang="ko-KR" altLang="en-US" sz="28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결과 및 발전 방향</a:t>
              </a:r>
              <a:endParaRPr lang="en-US" altLang="ko-KR" sz="28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NVISIA </a:t>
              </a:r>
              <a:r>
                <a:rPr lang="ko-KR" altLang="en-US" sz="11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서비스 개발 결과 및 향후 발전 계획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235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FCBFE-A445-D5D2-C5F7-B00CFEDE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09912A7-A84F-BDD0-556B-5528BC11DF3E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79D150-3B0C-618D-851F-0BDE8C981177}"/>
              </a:ext>
            </a:extLst>
          </p:cNvPr>
          <p:cNvCxnSpPr>
            <a:cxnSpLocks/>
          </p:cNvCxnSpPr>
          <p:nvPr/>
        </p:nvCxnSpPr>
        <p:spPr>
          <a:xfrm>
            <a:off x="0" y="551133"/>
            <a:ext cx="12192000" cy="1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FA48C2-BF2A-6AF4-91E3-11A82540A782}"/>
              </a:ext>
            </a:extLst>
          </p:cNvPr>
          <p:cNvSpPr/>
          <p:nvPr/>
        </p:nvSpPr>
        <p:spPr>
          <a:xfrm>
            <a:off x="1095375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프로젝트 개요</a:t>
            </a:r>
            <a:endParaRPr lang="ko-KR" altLang="en-US" sz="2800" b="1" baseline="30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132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B3837-9506-B7E3-5CE3-3F766D950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A20E8D9-BDFC-9318-1C35-36052E4A00AF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7236E71-8683-9681-513E-A74FFE8936F1}"/>
              </a:ext>
            </a:extLst>
          </p:cNvPr>
          <p:cNvCxnSpPr>
            <a:cxnSpLocks/>
          </p:cNvCxnSpPr>
          <p:nvPr/>
        </p:nvCxnSpPr>
        <p:spPr>
          <a:xfrm>
            <a:off x="0" y="551133"/>
            <a:ext cx="12192000" cy="1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B611454-29E7-C11E-9A61-C94046D0E33B}"/>
              </a:ext>
            </a:extLst>
          </p:cNvPr>
          <p:cNvSpPr/>
          <p:nvPr/>
        </p:nvSpPr>
        <p:spPr>
          <a:xfrm>
            <a:off x="1095375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프로젝트 목적</a:t>
            </a:r>
            <a:endParaRPr lang="ko-KR" altLang="en-US" sz="2800" b="1" baseline="30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657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3A676-9B5F-DC6B-AB8D-4D9722ADE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89FA74E-B428-F41C-68BB-7D97F9268A99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CFC3C98-B904-5256-DD4E-1B638B816A26}"/>
              </a:ext>
            </a:extLst>
          </p:cNvPr>
          <p:cNvCxnSpPr>
            <a:cxnSpLocks/>
          </p:cNvCxnSpPr>
          <p:nvPr/>
        </p:nvCxnSpPr>
        <p:spPr>
          <a:xfrm>
            <a:off x="0" y="551133"/>
            <a:ext cx="12192000" cy="1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0C58D6-3A23-B58C-290D-BEACF1B54F3D}"/>
              </a:ext>
            </a:extLst>
          </p:cNvPr>
          <p:cNvSpPr/>
          <p:nvPr/>
        </p:nvSpPr>
        <p:spPr>
          <a:xfrm>
            <a:off x="1095375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Workflow</a:t>
            </a:r>
            <a:endParaRPr lang="ko-KR" altLang="en-US" sz="2800" b="1" baseline="30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7142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0B62-838F-AD6A-7B18-2F0E7829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660604F-40B1-C9AE-B66D-DA49787F9E49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1018C4B-ADF3-720D-F5C2-0010946F7437}"/>
              </a:ext>
            </a:extLst>
          </p:cNvPr>
          <p:cNvCxnSpPr>
            <a:cxnSpLocks/>
          </p:cNvCxnSpPr>
          <p:nvPr/>
        </p:nvCxnSpPr>
        <p:spPr>
          <a:xfrm>
            <a:off x="0" y="551133"/>
            <a:ext cx="12192000" cy="1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1B7F0D-3E9C-EAC9-D61F-E47B5C48A9C7}"/>
              </a:ext>
            </a:extLst>
          </p:cNvPr>
          <p:cNvSpPr/>
          <p:nvPr/>
        </p:nvSpPr>
        <p:spPr>
          <a:xfrm>
            <a:off x="1095375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Architecture</a:t>
            </a:r>
            <a:endParaRPr lang="ko-KR" altLang="en-US" sz="2800" b="1" baseline="30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5039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0EDD4-2A9B-DFC2-7732-EA1B5BBF5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625C2A-DF80-DCF5-4972-D084886EF946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C4E1864-09A9-A312-6B86-F6BBA4147F53}"/>
              </a:ext>
            </a:extLst>
          </p:cNvPr>
          <p:cNvCxnSpPr>
            <a:cxnSpLocks/>
          </p:cNvCxnSpPr>
          <p:nvPr/>
        </p:nvCxnSpPr>
        <p:spPr>
          <a:xfrm>
            <a:off x="0" y="551133"/>
            <a:ext cx="12192000" cy="1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EB5677-778D-0E11-A926-1CF01E8320CF}"/>
              </a:ext>
            </a:extLst>
          </p:cNvPr>
          <p:cNvSpPr/>
          <p:nvPr/>
        </p:nvSpPr>
        <p:spPr>
          <a:xfrm>
            <a:off x="1095375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서비스 개발 핵심 전략</a:t>
            </a:r>
          </a:p>
        </p:txBody>
      </p:sp>
    </p:spTree>
    <p:extLst>
      <p:ext uri="{BB962C8B-B14F-4D97-AF65-F5344CB8AC3E}">
        <p14:creationId xmlns:p14="http://schemas.microsoft.com/office/powerpoint/2010/main" val="351023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DF4B6-58AB-EB93-52B4-6433BB7E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9EB924-8BC2-B5F7-28F0-0E4FF4E852ED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23C39BB-1996-61F2-5D65-F17C203F63AB}"/>
              </a:ext>
            </a:extLst>
          </p:cNvPr>
          <p:cNvCxnSpPr>
            <a:cxnSpLocks/>
          </p:cNvCxnSpPr>
          <p:nvPr/>
        </p:nvCxnSpPr>
        <p:spPr>
          <a:xfrm>
            <a:off x="0" y="551133"/>
            <a:ext cx="12192000" cy="1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A01C05-820F-9D36-978F-B097C6C99A2A}"/>
              </a:ext>
            </a:extLst>
          </p:cNvPr>
          <p:cNvSpPr/>
          <p:nvPr/>
        </p:nvSpPr>
        <p:spPr>
          <a:xfrm>
            <a:off x="1095375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결과 및 발전 방향</a:t>
            </a:r>
          </a:p>
        </p:txBody>
      </p:sp>
    </p:spTree>
    <p:extLst>
      <p:ext uri="{BB962C8B-B14F-4D97-AF65-F5344CB8AC3E}">
        <p14:creationId xmlns:p14="http://schemas.microsoft.com/office/powerpoint/2010/main" val="1297344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BB801-C9FC-C461-D57E-BB9DB617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C8BC64D-6F6E-C03E-18CF-713592B6DE04}"/>
              </a:ext>
            </a:extLst>
          </p:cNvPr>
          <p:cNvGrpSpPr/>
          <p:nvPr/>
        </p:nvGrpSpPr>
        <p:grpSpPr>
          <a:xfrm>
            <a:off x="0" y="-124768"/>
            <a:ext cx="12192000" cy="3207276"/>
            <a:chOff x="0" y="0"/>
            <a:chExt cx="9144002" cy="3207276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1004861-A9EC-FE8F-850B-39FB34DA77F9}"/>
                </a:ext>
              </a:extLst>
            </p:cNvPr>
            <p:cNvSpPr/>
            <p:nvPr/>
          </p:nvSpPr>
          <p:spPr>
            <a:xfrm>
              <a:off x="0" y="0"/>
              <a:ext cx="9144002" cy="311369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705635D-4D8F-A9E9-D6B8-D300E21F8F09}"/>
                </a:ext>
              </a:extLst>
            </p:cNvPr>
            <p:cNvSpPr/>
            <p:nvPr/>
          </p:nvSpPr>
          <p:spPr>
            <a:xfrm>
              <a:off x="0" y="2056856"/>
              <a:ext cx="9144000" cy="1150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7B958E-7CF2-9C33-4050-C0CC870E8ED9}"/>
              </a:ext>
            </a:extLst>
          </p:cNvPr>
          <p:cNvSpPr/>
          <p:nvPr/>
        </p:nvSpPr>
        <p:spPr>
          <a:xfrm>
            <a:off x="0" y="2068375"/>
            <a:ext cx="12192000" cy="1150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024451-1CC4-6867-95C6-9B9DF4B97C99}"/>
              </a:ext>
            </a:extLst>
          </p:cNvPr>
          <p:cNvSpPr txBox="1"/>
          <p:nvPr/>
        </p:nvSpPr>
        <p:spPr>
          <a:xfrm>
            <a:off x="2810068" y="2069970"/>
            <a:ext cx="6813068" cy="20186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  <a:p>
            <a:pPr algn="ctr">
              <a:lnSpc>
                <a:spcPct val="150000"/>
              </a:lnSpc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 &amp; A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3EC4766-9FB1-1503-2EF2-9F86F573FC20}"/>
              </a:ext>
            </a:extLst>
          </p:cNvPr>
          <p:cNvCxnSpPr>
            <a:cxnSpLocks/>
          </p:cNvCxnSpPr>
          <p:nvPr/>
        </p:nvCxnSpPr>
        <p:spPr>
          <a:xfrm>
            <a:off x="1789476" y="3098193"/>
            <a:ext cx="8854252" cy="0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우주, 대기권 밖, 행성, 지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CFDB6-3082-061A-0E62-FAB4881EB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0430"/>
            <a:ext cx="12191999" cy="2557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207782-8A60-86CE-C2BB-FFB48FC5056B}"/>
              </a:ext>
            </a:extLst>
          </p:cNvPr>
          <p:cNvSpPr txBox="1"/>
          <p:nvPr/>
        </p:nvSpPr>
        <p:spPr>
          <a:xfrm>
            <a:off x="7673373" y="1262593"/>
            <a:ext cx="3723109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NVISIA</a:t>
            </a:r>
            <a:endParaRPr lang="ko-KR" altLang="en-US" sz="36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그림 9" descr="그래픽, 스크린샷, 그래픽 디자인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1D393E-6DEC-4071-99ED-A980403F95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41" y="811566"/>
            <a:ext cx="1202535" cy="67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1433</TotalTime>
  <Words>105</Words>
  <Application>Microsoft Office PowerPoint</Application>
  <PresentationFormat>와이드스크린</PresentationFormat>
  <Paragraphs>47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Microsoft GothicNeo</vt:lpstr>
      <vt:lpstr>맑은 고딕</vt:lpstr>
      <vt:lpstr>Aptos</vt:lpstr>
      <vt:lpstr>Aptos Display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Seungwoo Cheon</dc:creator>
  <cp:lastModifiedBy>Seungwoo Cheon</cp:lastModifiedBy>
  <cp:revision>47</cp:revision>
  <dcterms:created xsi:type="dcterms:W3CDTF">2025-11-23T02:09:40Z</dcterms:created>
  <dcterms:modified xsi:type="dcterms:W3CDTF">2025-12-19T07:47:52Z</dcterms:modified>
</cp:coreProperties>
</file>